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C17A-D750-FA9E-1734-253C20066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24240-7306-0C56-E36F-FE7F35693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04C4A-B6F3-10E2-7795-40889974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01D8-4632-D4A5-A88F-8A838077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E54B0-426D-AA3E-FDDC-CA82732D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0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FB0F-DA6D-2F72-599F-2B337A1F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7090-392D-8512-9A93-7C5950C90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FA3E3-748E-E80B-425D-7CEDD678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6EF4-8CEF-32E0-E2E1-9E001F98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D2606-7B70-86CB-A1E7-8FF88B71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643F-343B-E7D6-7B03-35041BC5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64BC7-4F25-F4BA-DC97-462466063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2C6A-CB9A-AD43-1FCE-8C747858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D7A8-DD6E-C523-E6E2-F06CC4EA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B91F6-7901-9C2D-F255-4FC477A3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A21F-D45D-E7F9-C522-6096E747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D89AC-92B6-32F5-721E-81F54F4F9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13EC9-9191-E097-AD14-CE4ACEF2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8A6B7-82A9-A3A1-985D-AE7DCFE5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0C6C4-631E-CD50-63AF-4DE5674B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06D3E-353D-9FCB-F0D4-A379D66D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4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DE35-20A8-CF7A-DAA5-920D9092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3698E-6BFA-602B-E826-68C098608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4B72A-F494-DC8B-5A06-89B82CDA6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9C6DB-D3B2-526C-E146-E47A09521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0D1D5-A6BB-CDCE-47B7-CD171011D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D3D43-5D63-047E-782B-2DA69931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2804A-DFE3-4641-4629-0591A604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75834-20EA-EA84-B86A-A61DF22A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5251-4251-E5A0-AB6E-A6B6591E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CF6F8D-1D52-922D-78CC-A2809B73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E34E6-6FA1-C29A-F847-DDA61CBD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B31ED-50F8-301D-18CA-C4FBFA98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901D97-5B0C-8D7E-5A29-08441BD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9254-5AE2-833C-6380-59B42564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9A14-7DBC-4161-ED64-B9F03B1D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6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4266-F1FE-919B-E0D3-48849CC0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9D93-3394-3EEA-4ADE-EB5CEA3DF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5DB9A-A5E0-D11D-F363-E042DEEF9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9BF80-FD08-B046-1B34-6B69E585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8EE8D-A452-9784-CFFC-CCED4759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79A8-5BB2-BB6C-AF64-0AE6FA49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6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FC5A-CA52-619F-B8AB-7FB73D601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74BDF-7350-ABD8-08C4-93FB3BD94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23E92-1A05-32A6-9F33-8BB409930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2B7EB-42DD-F571-CD80-908E6799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47B16-AB20-11F5-B7FD-0C4FBC09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F65E6-63EF-0041-8171-E89E005E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5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F98D-090B-C0B8-580C-632EB0CC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1F56C-C8BD-2845-51EB-7F914D670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CC29D-7B06-C2B3-9EAD-0EA08A99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952C4-BC2F-E513-D882-735D729D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92756-52A2-4BF0-C383-2247C5DB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4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05825-446C-52BB-A627-917DE756B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C5504-F18B-4EF5-2F30-E8E820BFD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9433B-17CB-7959-6A49-677A4A65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8615D-5731-6C5C-6B5E-2A62133A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E1D1F-C571-FC9C-F523-F2F4F09A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7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0C4C8-DE93-2B1D-6534-9691C2EF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222A0-659F-57ED-0BF3-7275F736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375F7-E4D4-8880-0CFC-0E2780FDC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D6DD3-A7CD-4C35-B896-F568D1C83B1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50D10-770F-B881-6822-137F66DC3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C7C2D-AF3E-5008-F6CE-55BDB35DF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61CBF-95C7-4B9F-B196-FBE4D707A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1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6B50D-AEB9-655E-441A-6C9D900FA253}"/>
              </a:ext>
            </a:extLst>
          </p:cNvPr>
          <p:cNvSpPr/>
          <p:nvPr/>
        </p:nvSpPr>
        <p:spPr>
          <a:xfrm>
            <a:off x="8847667" y="414865"/>
            <a:ext cx="1295400" cy="491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 In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2E2D48F-9421-C4DA-E980-AF94F865AF27}"/>
              </a:ext>
            </a:extLst>
          </p:cNvPr>
          <p:cNvSpPr/>
          <p:nvPr/>
        </p:nvSpPr>
        <p:spPr>
          <a:xfrm>
            <a:off x="10337800" y="406397"/>
            <a:ext cx="1481667" cy="491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Started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AA7515-B8F6-D0DB-7EC9-C1DC16337071}"/>
              </a:ext>
            </a:extLst>
          </p:cNvPr>
          <p:cNvSpPr/>
          <p:nvPr/>
        </p:nvSpPr>
        <p:spPr>
          <a:xfrm>
            <a:off x="524934" y="414865"/>
            <a:ext cx="956734" cy="855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54626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A34E2-9C5D-8063-5D0A-C7638F4C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A5519B-4291-18C4-31A2-954796AA53D3}"/>
              </a:ext>
            </a:extLst>
          </p:cNvPr>
          <p:cNvSpPr/>
          <p:nvPr/>
        </p:nvSpPr>
        <p:spPr>
          <a:xfrm>
            <a:off x="7653867" y="428366"/>
            <a:ext cx="1481667" cy="49106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E5AFF8-08AB-9640-D2BA-A24856EF683F}"/>
              </a:ext>
            </a:extLst>
          </p:cNvPr>
          <p:cNvSpPr/>
          <p:nvPr/>
        </p:nvSpPr>
        <p:spPr>
          <a:xfrm>
            <a:off x="9330267" y="419898"/>
            <a:ext cx="1481667" cy="49106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 out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C4F0BE-104E-6C50-592F-73D1B7E12BE5}"/>
              </a:ext>
            </a:extLst>
          </p:cNvPr>
          <p:cNvSpPr/>
          <p:nvPr/>
        </p:nvSpPr>
        <p:spPr>
          <a:xfrm>
            <a:off x="1905001" y="256682"/>
            <a:ext cx="956734" cy="855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CD8EEC-B80D-4D01-B8B1-AD88FEFF1C30}"/>
              </a:ext>
            </a:extLst>
          </p:cNvPr>
          <p:cNvSpPr/>
          <p:nvPr/>
        </p:nvSpPr>
        <p:spPr>
          <a:xfrm>
            <a:off x="2116667" y="2249500"/>
            <a:ext cx="8475133" cy="16679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D5C9A-0118-E1DC-C5E8-79409A826183}"/>
              </a:ext>
            </a:extLst>
          </p:cNvPr>
          <p:cNvSpPr txBox="1"/>
          <p:nvPr/>
        </p:nvSpPr>
        <p:spPr>
          <a:xfrm>
            <a:off x="2722033" y="1633033"/>
            <a:ext cx="700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Today is Tuesday June 9,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B925A5-DF0C-9E5A-183C-4F5828B09FC8}"/>
              </a:ext>
            </a:extLst>
          </p:cNvPr>
          <p:cNvSpPr/>
          <p:nvPr/>
        </p:nvSpPr>
        <p:spPr>
          <a:xfrm>
            <a:off x="3835400" y="2834501"/>
            <a:ext cx="2717800" cy="8043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Please log your</a:t>
            </a:r>
          </a:p>
          <a:p>
            <a:pPr algn="ctr"/>
            <a:r>
              <a:rPr lang="en-US" dirty="0"/>
              <a:t>Daily Check-in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A9C90-D6CC-489A-1FA9-7AB2394273D3}"/>
              </a:ext>
            </a:extLst>
          </p:cNvPr>
          <p:cNvSpPr txBox="1"/>
          <p:nvPr/>
        </p:nvSpPr>
        <p:spPr>
          <a:xfrm>
            <a:off x="6517216" y="2866535"/>
            <a:ext cx="35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Mood not reported today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A3454-7B1B-A961-F4D2-5F1DCD9DD273}"/>
              </a:ext>
            </a:extLst>
          </p:cNvPr>
          <p:cNvSpPr txBox="1"/>
          <p:nvPr/>
        </p:nvSpPr>
        <p:spPr>
          <a:xfrm>
            <a:off x="6396567" y="3239468"/>
            <a:ext cx="35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Medicine not recorded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6EEC3E-F7B5-7E30-2052-FC9294394603}"/>
              </a:ext>
            </a:extLst>
          </p:cNvPr>
          <p:cNvSpPr/>
          <p:nvPr/>
        </p:nvSpPr>
        <p:spPr>
          <a:xfrm>
            <a:off x="2116666" y="4164568"/>
            <a:ext cx="8475133" cy="16679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916E60-5676-C4B3-3314-7642013DDF19}"/>
              </a:ext>
            </a:extLst>
          </p:cNvPr>
          <p:cNvSpPr txBox="1"/>
          <p:nvPr/>
        </p:nvSpPr>
        <p:spPr>
          <a:xfrm>
            <a:off x="2032000" y="2324100"/>
            <a:ext cx="2992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Your well-being matters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0A6418-EFFD-885A-A7C4-F776606D8A00}"/>
              </a:ext>
            </a:extLst>
          </p:cNvPr>
          <p:cNvSpPr txBox="1"/>
          <p:nvPr/>
        </p:nvSpPr>
        <p:spPr>
          <a:xfrm>
            <a:off x="2277533" y="4283669"/>
            <a:ext cx="4275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Moments of activity make a difference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75EAA0-6B7A-02CF-71B6-9045CD126263}"/>
              </a:ext>
            </a:extLst>
          </p:cNvPr>
          <p:cNvSpPr/>
          <p:nvPr/>
        </p:nvSpPr>
        <p:spPr>
          <a:xfrm>
            <a:off x="3767666" y="4707803"/>
            <a:ext cx="2717800" cy="80433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FD036-C4D9-24B5-F3D3-0594D708FD1A}"/>
              </a:ext>
            </a:extLst>
          </p:cNvPr>
          <p:cNvSpPr txBox="1"/>
          <p:nvPr/>
        </p:nvSpPr>
        <p:spPr>
          <a:xfrm>
            <a:off x="6517215" y="4653001"/>
            <a:ext cx="35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Your next upcoming call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3DAFC-1873-D179-8144-0CC1BDDF482F}"/>
              </a:ext>
            </a:extLst>
          </p:cNvPr>
          <p:cNvSpPr txBox="1"/>
          <p:nvPr/>
        </p:nvSpPr>
        <p:spPr>
          <a:xfrm>
            <a:off x="6517214" y="5040301"/>
            <a:ext cx="35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C1B21E-4B72-6C5D-6B54-FD1C24992C56}"/>
              </a:ext>
            </a:extLst>
          </p:cNvPr>
          <p:cNvSpPr txBox="1"/>
          <p:nvPr/>
        </p:nvSpPr>
        <p:spPr>
          <a:xfrm>
            <a:off x="59266" y="84667"/>
            <a:ext cx="1651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home.html</a:t>
            </a:r>
          </a:p>
        </p:txBody>
      </p:sp>
    </p:spTree>
    <p:extLst>
      <p:ext uri="{BB962C8B-B14F-4D97-AF65-F5344CB8AC3E}">
        <p14:creationId xmlns:p14="http://schemas.microsoft.com/office/powerpoint/2010/main" val="428363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 Steiner</dc:creator>
  <cp:lastModifiedBy>Arin Steiner</cp:lastModifiedBy>
  <cp:revision>10</cp:revision>
  <dcterms:created xsi:type="dcterms:W3CDTF">2025-07-23T15:12:58Z</dcterms:created>
  <dcterms:modified xsi:type="dcterms:W3CDTF">2026-06-10T02:38:18Z</dcterms:modified>
</cp:coreProperties>
</file>